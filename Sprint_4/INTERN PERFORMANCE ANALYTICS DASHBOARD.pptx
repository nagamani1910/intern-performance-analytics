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ABF3-9DDF-EFCC-F450-E4A03B44D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C1C05-9FFD-9F4E-B6CA-2981F20C7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21AFE-87A4-61C9-7A64-A81FE93BB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E780-E565-46BA-A4AB-0D33FBD3540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6271F-F95A-9B7F-1C47-8740AB6E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AAAB-1231-E8C3-BB23-D65025BBA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F17A-3BD7-4E62-A821-DA83B6ACD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646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F30C3-9E3B-4966-B17F-A418E135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5AA68-24D5-F050-39E0-F3CCC8930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4BFD8-943F-5B42-42A6-C12F8D50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E780-E565-46BA-A4AB-0D33FBD3540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EB5E2-4D64-2A86-39E6-903578872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DBE3E-365C-8AE5-9C8D-517D985D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F17A-3BD7-4E62-A821-DA83B6ACD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80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916F-2B65-A983-C143-01736B09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2AD6F-BE0E-7E8F-8373-16161901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82497-93C5-89B4-3DBC-504A00C17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E780-E565-46BA-A4AB-0D33FBD3540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0762E-ABE4-58A7-CC9D-2E57DAB27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31C2D-E099-C605-E1D8-945A9610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F17A-3BD7-4E62-A821-DA83B6ACD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130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07190-7A38-CD86-3189-517223A4A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C170B-D74F-9081-6241-22640B9D3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864FA-53B7-EED0-C836-CCFA67B02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5533D-560C-7473-F362-C0A5CCCB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E780-E565-46BA-A4AB-0D33FBD3540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26FF3-FE74-3F01-4FBE-61BE782A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D3989-C855-0155-F7D0-3E7F66595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F17A-3BD7-4E62-A821-DA83B6ACD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424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A0BE-8EE8-4AC1-6A71-5E65E012B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1896E-A95B-52DF-0148-BD9A4476D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46562-B1F0-B327-7DB9-5658DD018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983F08-2780-30C9-DE99-89FF7DC13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6648F3-6928-88B9-E2CB-A1A9868BE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53C816-0A3F-E2D2-BF0C-DF6E1CD6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E780-E565-46BA-A4AB-0D33FBD3540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0CEF27-AE52-B61F-3012-8180D29C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7C4027-788A-E33F-96F4-FC86975DB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F17A-3BD7-4E62-A821-DA83B6ACD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445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82D3C-284A-09E7-6657-2AE4515EE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6E65A0-02EB-2CBD-EC0A-7CD55049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E780-E565-46BA-A4AB-0D33FBD3540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9337B-15D6-1D06-E734-9CFE94E9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C206E7-9D77-FBD0-33D2-BC9D2941C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F17A-3BD7-4E62-A821-DA83B6ACD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124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1C098E-5194-A0F0-8755-3F897D9B6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E780-E565-46BA-A4AB-0D33FBD3540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E69CA-E1AE-E3C6-F879-9E733FDA9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E3C03-69C6-72A4-704F-2C374647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F17A-3BD7-4E62-A821-DA83B6ACD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252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2D097-9C4A-0863-EB49-00A1B9A6B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1F3AB-B732-54B9-442B-AEC495A0F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868D11-0C2A-4006-1741-F463983E7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C5ABE-D5DB-0A02-CFCD-24770D514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E780-E565-46BA-A4AB-0D33FBD3540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C94DF-F75A-71F0-B13E-74DD1DA2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91B6FD-BB9E-FBFE-14A6-F83A6BFE7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F17A-3BD7-4E62-A821-DA83B6ACD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098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9A640-878A-94B3-46A3-D2C129EB2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73FB15-1850-3975-7422-CCDBC8FBF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46A61C-261A-7A68-47D8-60089437D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F92BA-A8FF-87A6-E0FE-13F46280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E780-E565-46BA-A4AB-0D33FBD3540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081A8-A8F9-FAAE-8666-04EBC262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7A2CF-AF5F-F444-D7C6-5F47E6D2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F17A-3BD7-4E62-A821-DA83B6ACD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411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74946-2ACC-D80F-8B3C-8E42B37EC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34BEF3-915B-5E1F-0C9E-CC54D1CC6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24FE9-E7EB-B9FF-0FFA-D6DAC80EE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E780-E565-46BA-A4AB-0D33FBD3540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6C27C-7E90-B6A6-F80F-080A6D6A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9E696-243A-C40A-83E8-E240BE3A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F17A-3BD7-4E62-A821-DA83B6ACD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737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DC047C-6D36-40AB-156F-9FDA3D872C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8DD9A-7DB1-8097-90C8-AA40BF2BA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CE800-77C2-78E7-E277-DEC96765D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3E780-E565-46BA-A4AB-0D33FBD3540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F2A46-5A57-7583-E441-F804FDB45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648F7-28FA-6AF8-C7C8-7924EBBA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F17A-3BD7-4E62-A821-DA83B6ACD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697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159A27-F106-E118-1C5D-F651307E0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4827D-36B7-5437-C9FA-2F62669A3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19BDE-8A71-8556-2DD0-839E7EEA0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3E780-E565-46BA-A4AB-0D33FBD35409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3E720-1CC0-0468-676B-E7CB91F3F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68A0F-DDDF-7D03-84D9-54B0E4B91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2F17A-3BD7-4E62-A821-DA83B6ACD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75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6A202-7360-B3EE-7608-7050DF670B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INTERN PERFORMANCE ANALYTICS DASHBOARD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C36F3-A191-D645-DEA0-7ED96F3F1B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SPRINT 3</a:t>
            </a:r>
          </a:p>
          <a:p>
            <a:endParaRPr lang="en-US" dirty="0"/>
          </a:p>
          <a:p>
            <a:r>
              <a:rPr lang="en-IN" dirty="0"/>
              <a:t>Nagamani A [RXS26155]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CFB3E9-7824-4602-35B1-1C728A4DAE48}"/>
              </a:ext>
            </a:extLst>
          </p:cNvPr>
          <p:cNvSpPr/>
          <p:nvPr/>
        </p:nvSpPr>
        <p:spPr>
          <a:xfrm>
            <a:off x="733839" y="491987"/>
            <a:ext cx="10724322" cy="587402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593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18B615-59A2-F477-691D-9019DC0682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3275" y="752992"/>
            <a:ext cx="9485327" cy="53520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E270B8-6519-C44F-948A-7C351BD09CDA}"/>
              </a:ext>
            </a:extLst>
          </p:cNvPr>
          <p:cNvSpPr/>
          <p:nvPr/>
        </p:nvSpPr>
        <p:spPr>
          <a:xfrm>
            <a:off x="733839" y="491987"/>
            <a:ext cx="10724322" cy="587402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863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A9E2F-BD40-01A4-2A9F-399EF653E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555" y="1388855"/>
            <a:ext cx="3710609" cy="827571"/>
          </a:xfrm>
        </p:spPr>
        <p:txBody>
          <a:bodyPr/>
          <a:lstStyle/>
          <a:p>
            <a:pPr algn="ctr"/>
            <a:r>
              <a:rPr lang="en-US" dirty="0"/>
              <a:t>CARD VALUES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53D218-C512-7C15-7BC3-07164DE83E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49555" y="3497966"/>
            <a:ext cx="28889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Interns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Performers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Productivity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4408A2-EE6E-0253-A66B-871CBB365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399" y="3369366"/>
            <a:ext cx="4420217" cy="14575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94AE1E0-F7C5-F4DB-C1EB-DE4097AF7C11}"/>
              </a:ext>
            </a:extLst>
          </p:cNvPr>
          <p:cNvSpPr/>
          <p:nvPr/>
        </p:nvSpPr>
        <p:spPr>
          <a:xfrm>
            <a:off x="1470991" y="1143000"/>
            <a:ext cx="9462052" cy="446267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707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F36C7-CB85-8755-BE5C-37BABB134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867" y="1351720"/>
            <a:ext cx="2160105" cy="837510"/>
          </a:xfrm>
        </p:spPr>
        <p:txBody>
          <a:bodyPr/>
          <a:lstStyle/>
          <a:p>
            <a:r>
              <a:rPr lang="en-US" dirty="0"/>
              <a:t>FILTERS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9248BE-CE51-B5B8-8661-A661A752D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277" y="3305095"/>
            <a:ext cx="2753109" cy="1162212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9B9A53FD-C4CB-9D35-42E3-D0328FD15B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04321" y="3088074"/>
            <a:ext cx="240195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 Filter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Filter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 Filter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2FDE19-B81B-1B08-B33A-6311CB7A2D6D}"/>
              </a:ext>
            </a:extLst>
          </p:cNvPr>
          <p:cNvSpPr/>
          <p:nvPr/>
        </p:nvSpPr>
        <p:spPr>
          <a:xfrm>
            <a:off x="1470991" y="1143000"/>
            <a:ext cx="9462052" cy="446267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4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D7387-D0DE-6FFB-6CC1-7C5BC49C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5582" y="1229831"/>
            <a:ext cx="1636643" cy="579092"/>
          </a:xfrm>
        </p:spPr>
        <p:txBody>
          <a:bodyPr>
            <a:normAutofit fontScale="90000"/>
          </a:bodyPr>
          <a:lstStyle/>
          <a:p>
            <a:r>
              <a:rPr lang="en-US" dirty="0"/>
              <a:t>TABLE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481131-68EA-1EE6-A2F4-9EA58B2430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94192" y="2463755"/>
            <a:ext cx="379343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intern-level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key attributes: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Attendance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Performer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detailed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with filters dynamically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00EB8-02EE-6801-CAB3-59AA1DC1A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604" y="2746625"/>
            <a:ext cx="6020640" cy="201958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CC08984-6F0F-8FF4-D391-BE4B8FA1E0A8}"/>
              </a:ext>
            </a:extLst>
          </p:cNvPr>
          <p:cNvSpPr/>
          <p:nvPr/>
        </p:nvSpPr>
        <p:spPr>
          <a:xfrm>
            <a:off x="1212574" y="1143000"/>
            <a:ext cx="10008703" cy="446267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155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F539-B9BA-058C-7A08-1F3A23B0E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8" y="1143000"/>
            <a:ext cx="2163417" cy="835923"/>
          </a:xfrm>
        </p:spPr>
        <p:txBody>
          <a:bodyPr/>
          <a:lstStyle/>
          <a:p>
            <a:r>
              <a:rPr lang="en-IN" dirty="0"/>
              <a:t>CHARTS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05E271-F5EA-13E5-8582-D7F069678C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3926" y="2367171"/>
            <a:ext cx="506564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 CHART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Compares performance across departments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average performance 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identify top-performing departments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53FB95-40AC-27BB-D29C-8D37B05B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952" y="1865729"/>
            <a:ext cx="3572374" cy="193384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FA118A09-1090-468F-6EC4-B8C0C183A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2695" y="4187822"/>
            <a:ext cx="656976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PIE CHART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distribution of attendance categories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High, Medium, Low attendance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understand attendance trends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B43E80-12E4-9EA7-DEC2-D80EE7E4F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765" y="4187822"/>
            <a:ext cx="4620270" cy="18957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8B31043-3D43-5BB5-6339-9BFC7AB5CC7F}"/>
              </a:ext>
            </a:extLst>
          </p:cNvPr>
          <p:cNvSpPr/>
          <p:nvPr/>
        </p:nvSpPr>
        <p:spPr>
          <a:xfrm>
            <a:off x="824948" y="1143000"/>
            <a:ext cx="10783956" cy="51186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504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944E0B-7C08-E4D9-E88C-0F02E791B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5442" y="1158598"/>
            <a:ext cx="3505689" cy="2000529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0F04EBF-C3D3-07CB-789A-1DF3E9AF4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426" y="1558697"/>
            <a:ext cx="107411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SCATTER PLOT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relationship between productivity and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point represents an intern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identify performance trends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49F561B-1BC1-FCA9-C747-E62D26C1E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3426" y="3498810"/>
            <a:ext cx="1181455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DONUT CHART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feedback categories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Positive, Neutral, Negative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Reflects performance quality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5EDBEC-EED7-ECA8-DF24-AB17D6B84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442" y="3359190"/>
            <a:ext cx="3553321" cy="195289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18EB3A-4625-AF24-D676-5B1A351A29E5}"/>
              </a:ext>
            </a:extLst>
          </p:cNvPr>
          <p:cNvSpPr/>
          <p:nvPr/>
        </p:nvSpPr>
        <p:spPr>
          <a:xfrm>
            <a:off x="586409" y="869674"/>
            <a:ext cx="10783956" cy="51186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700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115D6-559F-E3F9-86DD-5595F0DC9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91620C6-2F32-0606-A62D-A59A81FBBA01}"/>
              </a:ext>
            </a:extLst>
          </p:cNvPr>
          <p:cNvSpPr/>
          <p:nvPr/>
        </p:nvSpPr>
        <p:spPr>
          <a:xfrm>
            <a:off x="586409" y="869674"/>
            <a:ext cx="10783956" cy="51186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014731-5837-DF0F-61D5-13258900E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148" y="2432519"/>
            <a:ext cx="1108213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COLUMN CHART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average tasks completed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across departments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Indicates productivity levels 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93AC8CC-AC7E-CC0F-92E8-548660C01A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7214" y="1980023"/>
            <a:ext cx="4572638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857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125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INTERN PERFORMANCE ANALYTICS DASHBOARD</vt:lpstr>
      <vt:lpstr>PowerPoint Presentation</vt:lpstr>
      <vt:lpstr>CARD VALUES</vt:lpstr>
      <vt:lpstr>FILTERS</vt:lpstr>
      <vt:lpstr>TABLE</vt:lpstr>
      <vt:lpstr>CHARTS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Nagamani Asaithambi</dc:creator>
  <cp:lastModifiedBy>Nagamani Asaithambi</cp:lastModifiedBy>
  <cp:revision>1</cp:revision>
  <dcterms:created xsi:type="dcterms:W3CDTF">2026-04-08T10:12:52Z</dcterms:created>
  <dcterms:modified xsi:type="dcterms:W3CDTF">2026-04-08T12:06:34Z</dcterms:modified>
</cp:coreProperties>
</file>